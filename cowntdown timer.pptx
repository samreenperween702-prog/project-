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2" r:id="rId3"/>
    <p:sldId id="265" r:id="rId4"/>
    <p:sldId id="266" r:id="rId5"/>
    <p:sldId id="270" r:id="rId6"/>
    <p:sldId id="257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05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8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23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3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48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81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49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4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60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7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187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487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40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019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40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8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9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8538D3-F43D-4C49-823A-D5A3935553A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1EA6B-7995-49B3-8596-21435595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22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3260" y="76200"/>
            <a:ext cx="8833301" cy="3244969"/>
          </a:xfrm>
        </p:spPr>
        <p:txBody>
          <a:bodyPr/>
          <a:lstStyle/>
          <a:p>
            <a:r>
              <a:rPr lang="en-US" b="1" dirty="0" smtClean="0"/>
              <a:t>python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4860" y="3463120"/>
            <a:ext cx="8825658" cy="861420"/>
          </a:xfrm>
        </p:spPr>
        <p:txBody>
          <a:bodyPr>
            <a:normAutofit/>
          </a:bodyPr>
          <a:lstStyle/>
          <a:p>
            <a:r>
              <a:rPr lang="en-US" sz="3200" b="1" i="1" dirty="0" smtClean="0">
                <a:solidFill>
                  <a:schemeClr val="accent1"/>
                </a:solidFill>
              </a:rPr>
              <a:t>Countdown timer</a:t>
            </a:r>
            <a:endParaRPr lang="en-IN" sz="32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4255" y="754728"/>
            <a:ext cx="10382991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 smtClean="0">
                <a:solidFill>
                  <a:schemeClr val="accent1"/>
                </a:solidFill>
              </a:rPr>
              <a:t>Count down timer </a:t>
            </a:r>
          </a:p>
          <a:p>
            <a:endParaRPr lang="en-US" dirty="0"/>
          </a:p>
          <a:p>
            <a:r>
              <a:rPr lang="en-US" sz="3200" dirty="0" smtClean="0"/>
              <a:t>Do you mean you want:</a:t>
            </a:r>
          </a:p>
          <a:p>
            <a:endParaRPr lang="en-US" sz="3200" dirty="0" smtClean="0"/>
          </a:p>
          <a:p>
            <a:pPr marL="0" lvl="8"/>
            <a:r>
              <a:rPr lang="en-US" sz="4000" b="1" dirty="0" smtClean="0"/>
              <a:t>.</a:t>
            </a:r>
            <a:r>
              <a:rPr lang="en-US" sz="3200" dirty="0" smtClean="0"/>
              <a:t>A </a:t>
            </a:r>
            <a:r>
              <a:rPr lang="en-US" sz="3200" dirty="0"/>
              <a:t>simple text countdown (like 10 → 9 → 8 </a:t>
            </a:r>
            <a:r>
              <a:rPr lang="en-US" sz="3200" dirty="0" smtClean="0"/>
              <a:t>…)</a:t>
            </a:r>
            <a:endParaRPr lang="en-US" sz="3200" dirty="0"/>
          </a:p>
          <a:p>
            <a:endParaRPr lang="en-US" sz="32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smtClean="0"/>
              <a:t>A Python/JavaScript countdown timer code?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lvl="8">
              <a:buFont typeface="Arial" panose="020B0604020202020204" pitchFamily="34" charset="0"/>
              <a:buChar char="•"/>
            </a:pPr>
            <a:r>
              <a:rPr lang="en-US" sz="3200" dirty="0" smtClean="0"/>
              <a:t>Or a visual/HTML countdown clock for a website?</a:t>
            </a:r>
            <a:r>
              <a:rPr lang="en-US" sz="3200" i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66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 </a:t>
            </a:r>
            <a:r>
              <a:rPr lang="en-US" sz="2000" b="1" dirty="0"/>
              <a:t>countdown timer</a:t>
            </a:r>
            <a:r>
              <a:rPr lang="en-US" sz="2000" dirty="0"/>
              <a:t> is used to measure how much time is left </a:t>
            </a:r>
            <a:r>
              <a:rPr lang="en-US" sz="2000" b="1" dirty="0"/>
              <a:t>until an event happens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counts </a:t>
            </a:r>
            <a:r>
              <a:rPr lang="en-US" sz="2000" b="1" dirty="0"/>
              <a:t>backward</a:t>
            </a:r>
            <a:r>
              <a:rPr lang="en-US" sz="2000" dirty="0"/>
              <a:t> from a set time to </a:t>
            </a:r>
            <a:r>
              <a:rPr lang="en-US" sz="2000" b="1" dirty="0"/>
              <a:t>zero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921841"/>
              </p:ext>
            </p:extLst>
          </p:nvPr>
        </p:nvGraphicFramePr>
        <p:xfrm>
          <a:off x="1026543" y="2070338"/>
          <a:ext cx="9023920" cy="4102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960"/>
                <a:gridCol w="4511960"/>
              </a:tblGrid>
              <a:tr h="564414">
                <a:tc>
                  <a:txBody>
                    <a:bodyPr/>
                    <a:lstStyle/>
                    <a:p>
                      <a:r>
                        <a:rPr lang="en-IN" dirty="0"/>
                        <a:t>Where it is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Exams /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To show remaining time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Sports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 count time remaining in a match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Cooking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 notify when food is ready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Online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Offers end after countdown reaches zero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Traffic 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Shows how many seconds left to change signal</a:t>
                      </a:r>
                    </a:p>
                  </a:txBody>
                  <a:tcPr anchor="ctr"/>
                </a:tc>
              </a:tr>
              <a:tr h="564414">
                <a:tc>
                  <a:txBody>
                    <a:bodyPr/>
                    <a:lstStyle/>
                    <a:p>
                      <a:r>
                        <a:rPr lang="en-IN"/>
                        <a:t>Space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Countdown before rocket launch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07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 clock is ticking beside the test paper, showing the urgency of finishing on time.</a:t>
            </a:r>
            <a:endParaRPr lang="en-IN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607" y="1853248"/>
            <a:ext cx="624173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4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83080" y="1274554"/>
            <a:ext cx="1431985" cy="4658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90313" y="1143006"/>
            <a:ext cx="2186796" cy="83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Read input </a:t>
            </a:r>
            <a:r>
              <a:rPr lang="en-US" sz="1200" dirty="0" err="1" smtClean="0">
                <a:solidFill>
                  <a:schemeClr val="tx2"/>
                </a:solidFill>
              </a:rPr>
              <a:t>Time_sec</a:t>
            </a:r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(Example:5se)c</a:t>
            </a:r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19710" y="1160253"/>
            <a:ext cx="2682818" cy="819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</a:t>
            </a:r>
            <a:r>
              <a:rPr lang="en-US" dirty="0" err="1" smtClean="0">
                <a:solidFill>
                  <a:schemeClr val="tx1"/>
                </a:solidFill>
              </a:rPr>
              <a:t>ins,sec</a:t>
            </a:r>
            <a:r>
              <a:rPr lang="en-US" dirty="0" smtClean="0">
                <a:solidFill>
                  <a:schemeClr val="tx1"/>
                </a:solidFill>
              </a:rPr>
              <a:t>=</a:t>
            </a:r>
            <a:r>
              <a:rPr lang="en-US" dirty="0" err="1" smtClean="0">
                <a:solidFill>
                  <a:schemeClr val="tx1"/>
                </a:solidFill>
              </a:rPr>
              <a:t>divmod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time_sec,60)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04185" y="2514599"/>
            <a:ext cx="3769742" cy="810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Format time as MM:SS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Timeformat</a:t>
            </a:r>
            <a:r>
              <a:rPr lang="en-US" dirty="0" smtClean="0">
                <a:solidFill>
                  <a:schemeClr val="accent1"/>
                </a:solidFill>
              </a:rPr>
              <a:t>=‘{:02d}:{:02d}’</a:t>
            </a:r>
            <a:endParaRPr lang="en-IN" dirty="0">
              <a:solidFill>
                <a:schemeClr val="accent1"/>
              </a:solidFill>
            </a:endParaRPr>
          </a:p>
        </p:txBody>
      </p:sp>
      <p:cxnSp>
        <p:nvCxnSpPr>
          <p:cNvPr id="24" name="Straight Arrow Connector 23"/>
          <p:cNvCxnSpPr>
            <a:stCxn id="20" idx="2"/>
            <a:endCxn id="20" idx="2"/>
          </p:cNvCxnSpPr>
          <p:nvPr/>
        </p:nvCxnSpPr>
        <p:spPr>
          <a:xfrm>
            <a:off x="9489056" y="332548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058064" y="2523228"/>
            <a:ext cx="3670538" cy="845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Print  time format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(show remaining time)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42901" y="2609494"/>
            <a:ext cx="2277372" cy="759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Wait 1sec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Time.sleep</a:t>
            </a:r>
            <a:r>
              <a:rPr lang="en-US" dirty="0" smtClean="0">
                <a:solidFill>
                  <a:schemeClr val="accent1"/>
                </a:solidFill>
              </a:rPr>
              <a:t>(1)</a:t>
            </a:r>
            <a:endParaRPr lang="en-IN" dirty="0">
              <a:solidFill>
                <a:schemeClr val="accent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780362" y="129396"/>
            <a:ext cx="1" cy="37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875253" y="1293962"/>
            <a:ext cx="25880" cy="319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83080" y="4132052"/>
            <a:ext cx="2475780" cy="724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Time_sec</a:t>
            </a:r>
            <a:r>
              <a:rPr lang="en-US" dirty="0" smtClean="0">
                <a:solidFill>
                  <a:schemeClr val="tx1"/>
                </a:solidFill>
              </a:rPr>
              <a:t>=time_sec-1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69229" y="4088921"/>
            <a:ext cx="2579297" cy="767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Print ”stop”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7467241" y="4321833"/>
            <a:ext cx="1613139" cy="3450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-US" dirty="0" smtClean="0">
                <a:solidFill>
                  <a:schemeClr val="tx1"/>
                </a:solidFill>
              </a:rPr>
              <a:t>nd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1" name="Flowchart: Decision 60"/>
          <p:cNvSpPr/>
          <p:nvPr/>
        </p:nvSpPr>
        <p:spPr>
          <a:xfrm>
            <a:off x="4947246" y="1199083"/>
            <a:ext cx="3493700" cy="91870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Is </a:t>
            </a:r>
            <a:r>
              <a:rPr lang="en-US" dirty="0" err="1" smtClean="0">
                <a:solidFill>
                  <a:schemeClr val="accent1"/>
                </a:solidFill>
              </a:rPr>
              <a:t>time_sec</a:t>
            </a:r>
            <a:r>
              <a:rPr lang="en-US" dirty="0" smtClean="0">
                <a:solidFill>
                  <a:schemeClr val="accent1"/>
                </a:solidFill>
              </a:rPr>
              <a:t>&gt;0? </a:t>
            </a:r>
            <a:endParaRPr lang="en-IN" dirty="0">
              <a:solidFill>
                <a:schemeClr val="accent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25052" y="1507467"/>
            <a:ext cx="265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61" idx="1"/>
          </p:cNvCxnSpPr>
          <p:nvPr/>
        </p:nvCxnSpPr>
        <p:spPr>
          <a:xfrm>
            <a:off x="4477109" y="1561388"/>
            <a:ext cx="470137" cy="97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440946" y="1561387"/>
            <a:ext cx="424850" cy="17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0174855" y="2087592"/>
            <a:ext cx="0" cy="427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0" idx="1"/>
          </p:cNvCxnSpPr>
          <p:nvPr/>
        </p:nvCxnSpPr>
        <p:spPr>
          <a:xfrm flipH="1" flipV="1">
            <a:off x="6875253" y="2917884"/>
            <a:ext cx="728932" cy="2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9" idx="1"/>
            <a:endCxn id="33" idx="3"/>
          </p:cNvCxnSpPr>
          <p:nvPr/>
        </p:nvCxnSpPr>
        <p:spPr>
          <a:xfrm flipH="1">
            <a:off x="2620273" y="2945923"/>
            <a:ext cx="437791" cy="4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481587" y="3502325"/>
            <a:ext cx="0" cy="370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008462" y="4386530"/>
            <a:ext cx="890678" cy="4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640182" y="4494362"/>
            <a:ext cx="735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 flipH="1">
            <a:off x="7858662" y="1604525"/>
            <a:ext cx="13370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09391" y="1206356"/>
            <a:ext cx="4315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IN" sz="1200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724744" y="4934309"/>
            <a:ext cx="0" cy="517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7816" y="5529531"/>
            <a:ext cx="217385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 back to</a:t>
            </a:r>
          </a:p>
          <a:p>
            <a:pPr algn="ctr"/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“Is time _sec&gt;0 ?”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78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3797" y="810883"/>
            <a:ext cx="9049109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0" dirty="0" smtClean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u="sng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countdown</a:t>
            </a:r>
            <a:endParaRPr lang="en-US" sz="3200" u="sng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b="0" dirty="0" smtClean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as 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b="0" dirty="0" smtClean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countdown(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time_sec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while 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time_sec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mins,secs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divmod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(time_sec,60)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timeformat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='{:02d}:{:02d}'.format(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mins,secs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timeformat,end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='</a:t>
            </a:r>
            <a:r>
              <a:rPr lang="en-IN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\r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(1)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time_sec</a:t>
            </a:r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-=1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print("stop")</a:t>
            </a:r>
            <a:endParaRPr lang="en-IN" b="0" dirty="0" smtClean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countdown(5)"""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0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4435" y="873552"/>
            <a:ext cx="893696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Conclusion</a:t>
            </a:r>
          </a:p>
          <a:p>
            <a:r>
              <a:rPr lang="en-US" sz="2400" dirty="0"/>
              <a:t>In conclusion, a countdown timer is a helpful tool that measures </a:t>
            </a:r>
            <a:r>
              <a:rPr lang="en-US" sz="2400" dirty="0" smtClean="0"/>
              <a:t>the</a:t>
            </a:r>
          </a:p>
          <a:p>
            <a:endParaRPr lang="en-US" sz="2400" dirty="0"/>
          </a:p>
          <a:p>
            <a:r>
              <a:rPr lang="en-US" sz="2400" dirty="0" smtClean="0"/>
              <a:t> </a:t>
            </a:r>
            <a:r>
              <a:rPr lang="en-US" sz="2400" dirty="0"/>
              <a:t>time left for an event by counting backward. It improves time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management</a:t>
            </a:r>
            <a:r>
              <a:rPr lang="en-US" sz="2400" dirty="0"/>
              <a:t>, avoids delays, and alerts us when the time is up. It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plays </a:t>
            </a:r>
            <a:r>
              <a:rPr lang="en-US" sz="2400" dirty="0"/>
              <a:t>an important role in education, sports, cooking, technology,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and </a:t>
            </a:r>
            <a:r>
              <a:rPr lang="en-US" sz="2400" dirty="0"/>
              <a:t>daily life.</a:t>
            </a:r>
          </a:p>
        </p:txBody>
      </p:sp>
    </p:spTree>
    <p:extLst>
      <p:ext uri="{BB962C8B-B14F-4D97-AF65-F5344CB8AC3E}">
        <p14:creationId xmlns:p14="http://schemas.microsoft.com/office/powerpoint/2010/main" val="199937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2974" y="923025"/>
            <a:ext cx="77810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Future </a:t>
            </a:r>
            <a:r>
              <a:rPr lang="en-US" sz="3200" b="1" dirty="0" smtClean="0">
                <a:solidFill>
                  <a:schemeClr val="accent1"/>
                </a:solidFill>
              </a:rPr>
              <a:t>Scope</a:t>
            </a:r>
          </a:p>
          <a:p>
            <a:endParaRPr lang="en-US" sz="3200" b="1" dirty="0">
              <a:solidFill>
                <a:schemeClr val="accent1"/>
              </a:solidFill>
            </a:endParaRPr>
          </a:p>
          <a:p>
            <a:r>
              <a:rPr lang="en-US" sz="2400" dirty="0"/>
              <a:t>In future, countdown timers can include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Voice </a:t>
            </a:r>
            <a:r>
              <a:rPr lang="en-US" sz="2400" dirty="0" smtClean="0"/>
              <a:t>alerts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Mobile app </a:t>
            </a:r>
            <a:r>
              <a:rPr lang="en-US" sz="2400" dirty="0" smtClean="0"/>
              <a:t>integration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Smart </a:t>
            </a:r>
            <a:r>
              <a:rPr lang="en-US" sz="2400" dirty="0" smtClean="0"/>
              <a:t>notifications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Automatic scheduling</a:t>
            </a:r>
          </a:p>
        </p:txBody>
      </p:sp>
    </p:spTree>
    <p:extLst>
      <p:ext uri="{BB962C8B-B14F-4D97-AF65-F5344CB8AC3E}">
        <p14:creationId xmlns:p14="http://schemas.microsoft.com/office/powerpoint/2010/main" val="966130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194</TotalTime>
  <Words>263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Consolas</vt:lpstr>
      <vt:lpstr>Wingdings 3</vt:lpstr>
      <vt:lpstr>Ion</vt:lpstr>
      <vt:lpstr>python</vt:lpstr>
      <vt:lpstr>PowerPoint Presentation</vt:lpstr>
      <vt:lpstr>A countdown timer is used to measure how much time is left until an event happens. It counts backward from a set time to zero.</vt:lpstr>
      <vt:lpstr>A clock is ticking beside the test paper, showing the urgency of finishing on time.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samreen nd</dc:creator>
  <cp:lastModifiedBy>Microsoft account</cp:lastModifiedBy>
  <cp:revision>26</cp:revision>
  <dcterms:created xsi:type="dcterms:W3CDTF">2025-09-15T04:43:42Z</dcterms:created>
  <dcterms:modified xsi:type="dcterms:W3CDTF">2025-12-12T11:07:00Z</dcterms:modified>
</cp:coreProperties>
</file>